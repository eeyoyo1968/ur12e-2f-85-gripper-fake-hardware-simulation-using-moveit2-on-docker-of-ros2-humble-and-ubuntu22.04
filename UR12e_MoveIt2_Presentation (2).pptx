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0"/>
            <a:ext cx="82296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UR12e Robotic Workcell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MoveIt2 Integration &amp; Hardware-in-the-Loop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</a:rPr>
              <a:t>ROS2 Humble • Universal Robots UR12e • Robotiq 2F-85 Gripper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System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Complete Robotic Workcell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UR12e 6-DOF Robot Arm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Robotiq 2F-85 Adaptive Gripper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Intel RealSense Depth Cameras (2x)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Complete Scene Modeling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Hardware-in-the-Loop Capable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0" y="1645920"/>
            <a:ext cx="3657600" cy="36576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Technical Specifications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12080" y="2377440"/>
            <a:ext cx="329184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ROS2 Humble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Ubuntu 24.04 LTS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MoveIt2 Motion Planning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Docker Containerized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URSim Integration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Action Server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Application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Motion Planning Scripts  •  Vision-Guided Grasping  •  Pick-and-Place Operations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Planning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MoveIt2 Framework  •  OMPL Path Planning  •  Collision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73152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ros2_control Framework  •  Joint Trajectory Controller  •  Action Server Bridge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937760"/>
            <a:ext cx="7315200" cy="914400"/>
          </a:xfrm>
          <a:prstGeom prst="rect">
            <a:avLst/>
          </a:prstGeom>
          <a:solidFill>
            <a:srgbClr val="0141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Hardware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5349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UR12e Robot (RTDE)  •  Robotiq Gripper (URCap)  •  RealSense Cameras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MoveIt2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Motion Planning Features
</a:t>
            </a:r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OMPL Planning Pipeline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Multiple planners: RRT, PRM, EST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Optimized path generation
</a:t>
            </a:r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Collision Avoidance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Complete scene modeling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Real-time collision checking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Safe trajectory execution
</a:t>
            </a:r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Kinematics &amp; Dynamics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Forward/inverse kinematics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Robot-specific calibration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Velocity/acceleration limits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0" y="1645920"/>
            <a:ext cx="3657600" cy="2011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Planning Groups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12080" y="2286000"/>
            <a:ext cx="329184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ur_manipulator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6-DOF arm control
</a:t>
            </a:r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gripper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Adaptive gripper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3931920"/>
            <a:ext cx="3657600" cy="1737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Active Controllers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joint_state_broadcaster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scaled_joint_trajectory_controller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robotiq_gripper_controller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Four Control Modes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Flexible Architecture Supporting Multiple Deployment Scenarios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840480" cy="1828800"/>
          </a:xfrm>
          <a:prstGeom prst="roundRect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Pure Simulation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304288"/>
            <a:ext cx="32918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Robot: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Fake UR12e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Gripper: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Fake Gripper
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Development &amp; Testing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840480" cy="18288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URSim + URCap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2304288"/>
            <a:ext cx="32918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Robot: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URSim Robot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Gripper: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URCap Gripper
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Realistic Simulation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3840480" cy="182880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Hybrid Mode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315968"/>
            <a:ext cx="32918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480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Robot: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UR12e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Gripper: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Action Server
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Hardware Validation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749040"/>
            <a:ext cx="3840480" cy="18288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Full Production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0640" y="4315968"/>
            <a:ext cx="32918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4480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Robot: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UR12e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Gripper: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Gripper
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Deployment Ready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8795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14A"/>
                </a:solidFill>
              </a:rPr>
              <a:t>✓ Same Code Works in All Modes  •  Progressive Testing Workflow  •  Zero Code Changes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Action Server Bridge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645920"/>
            <a:ext cx="4572000" cy="5486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414A"/>
                </a:solidFill>
              </a:rPr>
              <a:t>ROS2 Motion Script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97680" y="2240280"/>
            <a:ext cx="548640" cy="228600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2377440"/>
            <a:ext cx="4572000" cy="5486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2468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414A"/>
                </a:solidFill>
              </a:rPr>
              <a:t>FollowJointTrajectory 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971800"/>
            <a:ext cx="548640" cy="228600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3108960"/>
            <a:ext cx="4572000" cy="54864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Action Server Bridge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3703320"/>
            <a:ext cx="548640" cy="228600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3840480"/>
            <a:ext cx="4572000" cy="5486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931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414A"/>
                </a:solidFill>
              </a:rPr>
              <a:t>URScript Commands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4434840"/>
            <a:ext cx="548640" cy="228600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4572000"/>
            <a:ext cx="4572000" cy="5486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663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414A"/>
                </a:solidFill>
              </a:rPr>
              <a:t>UR Controller + URCap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5166360"/>
            <a:ext cx="548640" cy="228600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0" y="5303520"/>
            <a:ext cx="4572000" cy="5486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5394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414A"/>
                </a:solidFill>
              </a:rPr>
              <a:t>Physical Gripper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6126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Benefits: Clean Separation • Testable Components • Hardware Agnostic • Production Ready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Key Achievements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84048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Clean 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Zero modifications to Universal Robots packages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645920"/>
            <a:ext cx="384048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920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5216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Four Control Modes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Pure sim, URSim, hybrid, and full production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84048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4747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5448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Action Server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Novel gripper control architecture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3200400"/>
            <a:ext cx="384048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474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85216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Network Isolation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5216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ROS_DOMAIN_ID for multi-robot setups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384048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0292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5448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Docker Ready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Complete containerized simulation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4754880"/>
            <a:ext cx="384048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50292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85216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Production Tested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5216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Validated with real UR12e hardware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Technical Implementation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Core Components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47472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Package Structure
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my_ur_description/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urdf/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ur_system.xacro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ur_controllers.yaml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moveit_config/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launch/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my_robot.launch.py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scripts/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robotiq_ursim_bridge.py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robotiq_real_gripper.py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Key Configuration Files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4114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1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ur_system.xacro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Complete robot description with scene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4114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1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ur_controllers.yaml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Real &amp; fake hardware configurations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840480"/>
            <a:ext cx="4114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77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1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moveit_config/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4297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Planning groups &amp; kinematics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937760"/>
            <a:ext cx="4114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5074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1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docker-compose.yaml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5394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URSim containerization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Development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54480" y="1463040"/>
            <a:ext cx="7132320" cy="10515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15544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14A"/>
                </a:solidFill>
              </a:rPr>
              <a:t>Pure Simulation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9202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Fake hardware testing  • Motion planning dev  • MoveIt2 config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057400"/>
            <a:ext cx="0" cy="548640"/>
          </a:xfrm>
          <a:prstGeom prst="line">
            <a:avLst/>
          </a:prstGeom>
          <a:noFill/>
          <a:ln w="38100">
            <a:solidFill>
              <a:srgbClr val="00A89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554480" y="2697480"/>
            <a:ext cx="7132320" cy="10515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7889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14A"/>
                </a:solidFill>
              </a:rPr>
              <a:t>URSim + URCap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31546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Realistic simulation  • Gripper URCap testing  • Complete workflow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3291840"/>
            <a:ext cx="0" cy="548640"/>
          </a:xfrm>
          <a:prstGeom prst="line">
            <a:avLst/>
          </a:prstGeom>
          <a:noFill/>
          <a:ln w="38100">
            <a:solidFill>
              <a:srgbClr val="00A89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54480" y="3931920"/>
            <a:ext cx="7132320" cy="10515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40233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14A"/>
                </a:solidFill>
              </a:rPr>
              <a:t>Hybrid Mode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43891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Real UR12e control  • Action server validation  • Hardware testing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526280"/>
            <a:ext cx="0" cy="548640"/>
          </a:xfrm>
          <a:prstGeom prst="line">
            <a:avLst/>
          </a:prstGeom>
          <a:noFill/>
          <a:ln w="38100">
            <a:solidFill>
              <a:srgbClr val="00A89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31520" y="5166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554480" y="5166360"/>
            <a:ext cx="7132320" cy="10515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52578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14A"/>
                </a:solidFill>
              </a:rPr>
              <a:t>Full Production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737360" y="56235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Real gripper integration  • Production validation  •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Results &amp;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84048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100%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UR Package Integrity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Zero modifications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554480"/>
            <a:ext cx="384048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12064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 Modes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Sim • URSim • Hybrid • Production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384048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31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&lt;5ms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 Loop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Real-time performance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657600"/>
            <a:ext cx="384048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931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6-DOF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12064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Motion Planning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+ 1-DOF gripper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14A"/>
                </a:solidFill>
              </a:rPr>
              <a:t>Future Work &amp; Enhancements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8404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Vision-Guided Grasping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YOLOv8 object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RealSense depth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Pose estimation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554480"/>
            <a:ext cx="38404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Force Control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377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Force/torque sensing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Compliant manipulation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Contact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38404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Multi-Robot Coordination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ROS_DOMAIN_ID isolation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Coordinated motions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Shared workspace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657600"/>
            <a:ext cx="38404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94360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14A"/>
                </a:solidFill>
              </a:rPr>
              <a:t>Advanced Planning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4480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Dynamic re-planning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Obstacle avoidance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• Optimization metrics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4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Repository: </a:t>
            </a:r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github.com/your-repo/my_ur_description
</a:t>
            </a:r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Tag: </a:t>
            </a:r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v1.1.8_2f-85
</a:t>
            </a:r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Branch: </a:t>
            </a:r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ur12e_2f-85_action_server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2026-02-17T02:03:07Z</dcterms:created>
  <dcterms:modified xsi:type="dcterms:W3CDTF">2026-02-17T02:03:07Z</dcterms:modified>
</cp:coreProperties>
</file>